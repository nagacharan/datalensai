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10725912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" y="1280160"/>
            <a:ext cx="3474720" cy="347472"/>
          </a:xfrm>
          <a:prstGeom prst="roundRect">
            <a:avLst>
              <a:gd name="adj" fmla="val 50000"/>
            </a:avLst>
          </a:prstGeom>
          <a:solidFill>
            <a:srgbClr val="FFF1EE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280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AUTONOMOUS DATA ANALYST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88720" y="18288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88720" y="2743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Tabular Intelligence &amp; Audited Analytics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33375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spreadsheet or JSON file to verified statistics, interactive pastel charts, and executive PDF audit dossiers — in a single click.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425196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251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Zero Manual Config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425196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4251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100% Deterministic Math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89520" y="425196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4251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Boardroom PDF Export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50292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Upload. Understand. Discover.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Tabular Data Bottleneck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09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Manual BI Fatigue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BI tools (Tableau, PowerBI) require heavy manual configuration.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waste hours selecting columns, pivot axes, and formula aggregations.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 blocks non-technical business professionals.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25696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Messy Tabular Files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0016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arrives inconsistent: missing cells, duplicate records, and outliers.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Multi-sheet Excel workbooks and nested JSON APIs break basic spreadsheet software.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spend 80% of project time on dirty data wrangling rather than analysis.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9872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Hallucinations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 chatbots fabricate numbers, averages, and statistical correlations.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models cannot perform deterministic mathematical arithmetic.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figures lead to catastrophic, untrusted business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Data Analyst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09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Zero-Config Profiling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dataset — DataLens AI immediately infers types and distributions.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observed physical facts from inferred semantic column meanings.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statistical expertise or initial setup required.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25696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100% Deterministic Math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0016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metrics, correlations, and IQR bounds are computed in audited code.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LLM hallucination: AI only interprets verified calculations.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transparency and mathematical repeatability.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9872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 Instant Boardroom Output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relevant charts (donuts, clustered bars, histograms, scatters).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AI narratives explain findings in plain language.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export to a multi-page PDF audit dossier with visual analytics.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Math + Semantic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09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75504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5175504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4626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Deterministic Calculation Engine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462686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in client code (JavaScript/Node.js).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Parsers: CSV, TSV, JSON (nested flatten), and multi-sheet XLSX.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verified statistics: min, max, mean, median, IQR bounds, Pearson r.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and prepares ML features (one-hot encoding, min-max scaling).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0% numerical hallucination before any AI invocation.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2784" y="1463040"/>
            <a:ext cx="5175504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2784" y="1463040"/>
            <a:ext cx="5175504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104" y="1737360"/>
            <a:ext cx="4626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Semantic AI Synthesizer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47104" y="2240280"/>
            <a:ext cx="462686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Google Gemini via secure local Express proxy.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verified mathematical facts into plain-English narratives.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practical business implications and analytical limitations.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safety guardrails: prohibited from inventing uncalculated figures.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conversational follow-up questions with mathematical evidence.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HYGIENE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Automated Data Quality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09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Autonomous Quality Audit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every column for missing cells, duplicate rows, and type anomalies.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Tukey's IQR fences (Q1 - 1.5*IQR / Q3 + 1.5*IQR) to detect true outliers.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an overall Data Health Score (0% to 100%).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25696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🪄  1-Click Batch Fixes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0016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tailored treatments (median imputation, deduplication).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applies all approved recommendations instantly.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hours of manual formula and regex writing.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9872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 Safe &amp; 100% Reversible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silently deletes or alters valid observations.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an immutable snapshot of the original raw dataset.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Reset allows full rollback at any time for data lineage.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VISUALIZATIONS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Visual Analytics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09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🍩  Adaptive Chart Selection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Donuts with center callouts for high-cardinality category splits.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horizontal pastel bars for unit and performance benchmarks.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with vertical reference lines showing the verified dataset mean.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25696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Bivariate Relationships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0016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scatter plots to uncover underlying relationships.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identifying leading drivers and collinear features.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trajectory curve charts for continuous metrics.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9872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Clean Executive Aesthetic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pastel palette: sage green, soft cream, and warm coral accents.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dark dock capsule navigation for uncluttered viewing.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visual noise — charts designed for immediate boardroom clarity.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INTELLIGENCE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"Ask Your Data" with Verified Evidence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09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Plain-English Questions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natural questions: "Which region had top sales?" or "Explain the dataset."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queries about distributions, missingness, and column statistics.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conversational follow-up questions seamlessly.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25696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Evidence Proof Cards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0016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includes interactive evidence chips.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verified mathematical proof (exact totals, averages, records).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audit and trust every single numerical response.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9872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Gibberish Guardrails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vague or nonsensical inputs (e.g. "asdf", "???").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Cleanly responds: "Please give the question properly." rather than guessing.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hallucination guard preventing fabricated context.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Executive PDF Report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09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75504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5175504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4626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 Executive Audit Dossier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462686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cover page with dataset metadata, row counts, and timestamp.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Data Health Assessment and missingness breakdown table.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distribution audit with parametric metrics for all columns.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AI findings explaining key trends and analytical limitations.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2784" y="1463040"/>
            <a:ext cx="5175504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2784" y="1463040"/>
            <a:ext cx="5175504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104" y="1737360"/>
            <a:ext cx="4626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Page-by-Page Visual Analytics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47104" y="2240280"/>
            <a:ext cx="462686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Vector-quality charts embedded directly into the document.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comparisons, continuous distributions, and scatter plots.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 2 seconds without tedious copy-pasting into Word.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100% numerical match with the live dashboard.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File to Insight in 4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09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450592" cy="429768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2450592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Upload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190195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CSV, TSV, JSON, or multi-sheet Excel.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schema parser normalizes data structures.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93008" y="1463040"/>
            <a:ext cx="2450592" cy="429768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3008" y="1463040"/>
            <a:ext cx="2450592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173736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Profile &amp; Clean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67328" y="2240280"/>
            <a:ext cx="190195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observed facts vs inferred column meanings.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apply batch hygiene fixes with full undo safety.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4496" y="1463040"/>
            <a:ext cx="2450592" cy="429768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4496" y="1463040"/>
            <a:ext cx="2450592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173736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Discover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28816" y="2240280"/>
            <a:ext cx="190195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adaptive pastel charts &amp; KPI benchmark cards.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AI narratives grounded in verified statistics.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15984" y="1463040"/>
            <a:ext cx="2450592" cy="429768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15984" y="1463040"/>
            <a:ext cx="2450592" cy="7315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0304" y="173736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Ask &amp; Export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90304" y="2240280"/>
            <a:ext cx="190195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conversational co-pilot for on-demand metrics.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multi-page PDF audit dossier for stakeholders.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DataLens AI Wins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09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30 Min ➔ 3 Seconds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tedious manual exploratory data analysis with instant answers.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Democratizes business intelligence for non-technical users and analysts alike.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initial setup or expensive proprietary BI software licensing.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25696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Local-First Privacy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0016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processing preserves complete data confidentiality.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spreadsheet rows are never persisted to external cloud databases.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and enterprise secrets remain protected.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9872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Mathematical Trust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Deterministic-first architecture completely eliminates AI hallucinations.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and insight is anchored in audited mathematical reality.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stakeholders with trustworthy, actionable decisions.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DataLens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DataLens AI — Autonomous Data Intelligence Platform</dc:title>
  <dc:subject>PptxGenJS Presentation</dc:subject>
  <dc:creator>DataLens AI</dc:creator>
  <cp:lastModifiedBy>DataLens AI</cp:lastModifiedBy>
  <cp:revision>1</cp:revision>
  <dcterms:created xsi:type="dcterms:W3CDTF">2026-10-11T01:05:07Z</dcterms:created>
  <dcterms:modified xsi:type="dcterms:W3CDTF">2026-10-11T01:05:07Z</dcterms:modified>
</cp:coreProperties>
</file>