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77240"/>
            <a:ext cx="10725912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23444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FFF1EE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AUTONOMOUS DATA ANALYST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Tabular Intelligence &amp; Audited Analytics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3246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or JSON file to verified statistics, interactive pastel charts, and executive PDF audit dossiers — in a single click.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4069080"/>
            <a:ext cx="96012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43434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343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 Manual Config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43434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343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100% Deterministic Math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3434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4343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Boardroom PDF Export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5303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 Understand. Discover.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Tabular Data Bottleneck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Manual BI Fatigue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tools (Tableau, PowerBI) require heavy manual configuration.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waste hours selecting columns, pivot axes, and formula aggregations.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blocks non-technical business professionals.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Messy Tabular Files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arrives inconsistent: missing cells, duplicate records, and outliers.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Excel workbooks and nested JSON APIs break basic spreadsheet software.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80% of project time on dirty data wrangling rather than analysis.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Hallucinations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chatbots fabricate numbers, averages, and statistical correlations.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cannot perform deterministic mathematical arithmetic.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figures lead to catastrophic, untrusted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Data Analyst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Zero-Config Profiling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dataset — DataLens AI immediately infers types and distributions.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observed physical facts from inferred semantic column meanings.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 expertise or initial setup required.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100% Deterministic Math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metrics, correlations, and IQR bounds are computed in audited code.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hallucination: AI only interprets verified calculations.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transparency and mathematical repeatability.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Instant Boardroom Output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relevant charts (donuts, clustered bars, histograms, scatters).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narratives explain findings in plain language.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to a multi-page PDF audit dossier with visual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+ Semantic AI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51572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51572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Deterministic Calculation Engine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4645152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464515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in client code (JavaScript/Node.js).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Parsers: CSV, TSV, JSON (nested flatten), and multi-sheet XLSX.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verified statistics: min, max, mean, median, IQR bounds, Pearson 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prepares ML features (one-hot encoding, min-max scaling).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0% numerical hallucination before any AI invocation.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1353312"/>
            <a:ext cx="51572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0216" y="1353312"/>
            <a:ext cx="51572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AI Synthesizer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56248" y="2066544"/>
            <a:ext cx="4645152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194560"/>
            <a:ext cx="464515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via secure local Express proxy.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verified mathematical facts into plain-English narratives.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practical business implications and analytical limitations.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safety guardrails: prohibited from inventing uncalculated figures.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conversational follow-up questions with mathematical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HYGIENE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Automated Data Quality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Autonomous Quality Audit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column for missing cells, duplicate rows, and type anomalies.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Tukey's IQR fences (Q1 - 1.5*IQR / Q3 + 1.5*IQR) to detect true outliers.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 overall Data Health Score (0% to 100%).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🪄  1-Click Batch Fixes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tailored treatments (median imputation, deduplication).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applies all approved recommendations instantly.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hours of manual formula and regex writing.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Safe &amp; 100% Reversible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deletes or alters valid observations.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immutable snapshot of the original raw dataset.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Reset allows full rollback at any time for data lineage.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Visual Analytics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Adaptive Chart Selection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Donuts with center callouts for high-cardinality category splits.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horizontal pastel bars for unit and performance benchmarks.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vertical reference lines showing the verified dataset mean.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Bivariate Relationships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scatter plots to uncover underlying relationships.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identifying leading drivers and collinear features.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trajectory curve charts for continuous metrics.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Clean Executive Aesthetic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pastel palette: sage green, soft cream, and warm coral accents.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dark dock capsule navigation for uncluttered viewing.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visual noise — charts designed for immediate boardroom clarity.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Data" with Verified Evidence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Plain-English Questions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questions: "Which region had top sales?" or "Explain the dataset."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queries about distributions, missingness, and column statistics.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conversational follow-up questions seamlessly.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Evidence Proof Cards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interactive evidence chips.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verified mathematical proof (exact totals, averages, records).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audit and trust every single numerical response.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Gibberish Guardrails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vague or nonsensical inputs (e.g. "asdf", "???").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responds: "Please give the question properly." rather than guessing.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hallucination guard preventing fabricated context.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Executive PDF Report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51572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5157216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Executive Audit Dossier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4645152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464515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cover page with dataset metadata, row counts, and timestamp.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 Health Assessment and missingness breakdown table.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 audit with parametric metrics for all columns.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findings explaining key trends and analytical limitations.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1353312"/>
            <a:ext cx="5157216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0216" y="1353312"/>
            <a:ext cx="5157216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Page-by-Page Visual Analytics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56248" y="2066544"/>
            <a:ext cx="4645152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194560"/>
            <a:ext cx="464515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Vector-quality charts embedded directly into the document.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comparisons, continuous distributions, and scatter plots.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2 seconds without tedious copy-pasting into Word.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100% numerical match with the live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 to Insight in 4 Steps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2468880" cy="4709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Upload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19568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195681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CSV, TSV, JSON, or multi-sheet Excel.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schema parser normalizes data structures.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83864" y="1353312"/>
            <a:ext cx="2468880" cy="4709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1353312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627632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Profile &amp; Clean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739896" y="2066544"/>
            <a:ext cx="19568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2194560"/>
            <a:ext cx="195681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observed facts vs inferred column meanings.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apply batch hygiene fixes with full undo safety.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1353312"/>
            <a:ext cx="2468880" cy="4709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353312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627632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Discover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2066544"/>
            <a:ext cx="19568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94560"/>
            <a:ext cx="195681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adaptive pastel charts &amp; KPI benchmark cards.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 narratives grounded in verified statistics.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88552" y="1353312"/>
            <a:ext cx="2468880" cy="4709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88552" y="1353312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1627632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Ask &amp; Export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244584" y="2066544"/>
            <a:ext cx="195681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4584" y="2194560"/>
            <a:ext cx="195681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conversational co-pilot for on-demand metrics.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multi-page PDF audit dossier for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06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5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DataLens AI Wins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AI  •  Autonomous Data Intelligence &amp; Audited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28632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FA5F38"/>
          </a:solidFill>
          <a:ln w="12700">
            <a:solidFill>
              <a:srgbClr val="FA5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30 Min ➔ 3 Seconds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87552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tedious manual exploratory data analysis with instant answers.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business intelligence for non-technical users and analysts alike.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initial setup or expensive proprietary BI software licensing.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Local-First Privacy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81728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 preserves complete data confidentiality.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 rows are never persisted to external cloud databases.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enterprise secrets remain protected.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1353312"/>
            <a:ext cx="3337560" cy="4709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1353312"/>
            <a:ext cx="333756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27632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Mathematical Trust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375904" y="2066544"/>
            <a:ext cx="2825496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94560"/>
            <a:ext cx="282549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architecture completely eliminates AI hallucinations.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and insight is anchored in audited mathematical reality.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stakeholders with trustworthy, actionable decisions.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DataLens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DataLens AI — Autonomous Data Intelligence Platform</dc:title>
  <dc:subject>PptxGenJS Presentation</dc:subject>
  <dc:creator>DataLens AI</dc:creator>
  <cp:lastModifiedBy>DataLens AI</cp:lastModifiedBy>
  <cp:revision>1</cp:revision>
  <dcterms:created xsi:type="dcterms:W3CDTF">2026-10-11T01:18:57Z</dcterms:created>
  <dcterms:modified xsi:type="dcterms:W3CDTF">2026-10-11T01:18:57Z</dcterms:modified>
</cp:coreProperties>
</file>